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6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&amp; Data Visualization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Sensor Data into Readable, Usable Information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253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Data &amp; Sensor Planning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53935" y="5925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Dynamics  /  Controls &amp; Electronics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789920" cy="12344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without meaning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677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our sensors will record thousands of raw readings — voltages, angles, pressures, speeds. On its own, that data tells us nothing.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0789920" cy="12344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337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read 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307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there is no system to turn that raw data into something the team can actually look at and understand.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0789920" cy="12344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9379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— app / software — that takes live sensor data from the car and converts it into clear graphs and readings for every subsystem.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list was put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 the full car documentation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Vehicle System Documentation (TVSD) and the Vehicle Dynamics Instrumentation Roadmap — every subsystem, front to 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Listed every useful calculation / graph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by subsystem — acceleration, battery, braking, suspension, electronics, and more.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Reverse-mapped each calculation to variables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graph, identified exactly which physical quantities need to be measured to produce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828800"/>
            <a:ext cx="2606040" cy="356616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084832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068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79408" y="274320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Matched variables to sensor types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979408" y="370332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what's already on the car and what still needs to be procured.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 &amp; Graphs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planned calculations / graphs, by subsystem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040880" cy="46101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of Calcs / 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Dynamics (general)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Tractive System / HV 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&amp; Motor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 Time &amp;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Voltage / Electronics (CES)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Aerodynamics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Inputs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Chassis / Structural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/ Cooling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8046720" y="1783080"/>
            <a:ext cx="3596335" cy="13716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74520"/>
            <a:ext cx="3596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51760"/>
            <a:ext cx="3596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calculations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graphs planned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429000"/>
            <a:ext cx="3596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descriptions and required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variables is in the companion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 Vehicle Dynamics &amp; Mechanical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flagship graphs from each area — full list in the Excel sheet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Dynamics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G-G diagram (friction circle usage)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Understeer gradient (steering vs lateral 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&amp; pitch gradient vs 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Damper velocity histogram (per corner)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ratio verification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height / roll trace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Brakes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bias ratio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disc temperature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lock-up detection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Drivetrain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speed &amp; slip ratio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RPM vs torque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 efficiency (wheel power / motor power)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 Tractive System, Electronics, Aero &amp; Driver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flagship graphs from each area — full list in the Excel sheet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Tractive System (HV Battery)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voltage, current &amp; power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 &amp; cell voltage spread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resistance (safety monitoring)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Voltage / Electronics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event log (AMS / IMD / BSPD / SCS)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rail voltage stability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circuit state timeline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Aerodynamics &amp; Tyres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Airspeed vs GPS ground speed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pressure &amp; temperature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slip angle vs lateral force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206240"/>
            <a:ext cx="5349240" cy="214884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343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Inputs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70916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throttle + brake + steering trace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/ brake overlap check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time &amp; sector comparison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Necessary Sensors — Start 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blowing the budget immediately, procurement is split into priority tiers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611880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— Already Required / Near-Zero Extra Cost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IMU, GPS(already installed)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pressure transducers, F &amp; R (rule-required)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 + voltage transducer (rule-required HV monitoring)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— per-cell voltage &amp; temperature (already on car)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Monitoring Device (already on car)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APPS pedal sensors (rule-required)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controller data via CAN — no new hardware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wheel speed sensor — only genuinely new item, and low-cost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36118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Tier 1 Already Unlocks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lap time &amp; sector comparison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G-G diagram / longitudinal &amp; lateral acceleration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bias ratio &amp; pressure vs deceleration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lock-up detection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voltage, current, power &amp; SOC vs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voltage spread &amp; insulation resistance (safety)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event log &amp; APPS plausibility check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RPM / torque vs time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Tier 1 sensors are already required for the car to run safely — this gives us a full working telemetry system before we spend anything new.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Requirements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sensors needed, by subsystem — with rollout priority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49988"/>
              </p:ext>
            </p:extLst>
          </p:nvPr>
        </p:nvGraphicFramePr>
        <p:xfrm>
          <a:off x="548640" y="1691640"/>
          <a:ext cx="11064240" cy="453085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Sensors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Dynamics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6-axis IMU, GPS receiver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Brakes (pressure &amp; pedal)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brake pressure transducer, pedal position pot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Tractive System (HV)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current sensor, 2x voltage transducer, BMS, IMD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&amp; 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APPS pedal sensor, motor/controller data via 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Wheels / Drivetrain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wheel speed sensor (Hall / IR)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string pot / LVDT (wheel &amp; damper travel)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 angle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Brakes (thermal)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brake disc IR temperature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 / Electronics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 branch current monitors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TPMS pressure sensor, 4x IR tyre temperature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Aerodynamics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Pitot tube + differential pressure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Strain gauges at key structural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temp/humidity sensor, barometric pressure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Procurement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only what's necessary first — expand gradually as budget allows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5680" cy="39776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— NOW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the car / near-zero cost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7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IMU, GPS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pressure transducers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 (DHAB S/118)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transducer (LV 25-P)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(Orion Jr BMS 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Monitoring Device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APPS sensors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Motor/controller CAN 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84320" y="35433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12920" y="1783080"/>
            <a:ext cx="3535680" cy="397764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659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— NEXT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2860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once Tier 1 is validated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834640"/>
            <a:ext cx="307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suspension string pot / LVDT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angle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brake disc IR temp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branch current sensors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wheel speed sensors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848600" y="35433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7200" y="1783080"/>
            <a:ext cx="3535680" cy="397764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659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— LATER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2860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expansion, as budget allows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834640"/>
            <a:ext cx="307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TPMS tyre pressure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tyre IR temperature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Pitot tube + pressure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gauges (chassis)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 / humidity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Barometric pressure sensor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 load cell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25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phased approach avoids a large upfront spend while still building a fully working telemetry system from day one.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603863-B1A0-9849-E389-B1B6CEFE8D6E}"/>
              </a:ext>
            </a:extLst>
          </p:cNvPr>
          <p:cNvSpPr txBox="1"/>
          <p:nvPr/>
        </p:nvSpPr>
        <p:spPr>
          <a:xfrm>
            <a:off x="5832389" y="259492"/>
            <a:ext cx="63596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Make an excel sheet having all the current installed sensors and all the possible graphs and calculations we can pull put with what we have in hand</a:t>
            </a:r>
            <a:r>
              <a:rPr lang="en-US" dirty="0"/>
              <a:t>, and make a small code/project for showcasing the BASE minimum of the entire project, and make a </a:t>
            </a:r>
            <a:r>
              <a:rPr lang="en-US" dirty="0">
                <a:highlight>
                  <a:srgbClr val="FFFF00"/>
                </a:highlight>
              </a:rPr>
              <a:t>new sheet for the cost of everything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new sheet for timeline</a:t>
            </a:r>
            <a:endParaRPr lang="en-IN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data lets us properly read what's happening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car during live testing 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7033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use it to make real, informed improvements to the car.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937760" y="3840480"/>
            <a:ext cx="2286000" cy="0"/>
          </a:xfrm>
          <a:prstGeom prst="line">
            <a:avLst/>
          </a:prstGeom>
          <a:noFill/>
          <a:ln w="25400">
            <a:solidFill>
              <a:srgbClr val="7A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Racing  |  Telemetry &amp; Data Visualization  —  Phase 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1284</Words>
  <Application>Microsoft Office PowerPoint</Application>
  <PresentationFormat>Widescreen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Advik Gautam</cp:lastModifiedBy>
  <cp:revision>9</cp:revision>
  <dcterms:created xsi:type="dcterms:W3CDTF">2026-09-27T07:17:41Z</dcterms:created>
  <dcterms:modified xsi:type="dcterms:W3CDTF">2026-09-27T12:37:47Z</dcterms:modified>
</cp:coreProperties>
</file>